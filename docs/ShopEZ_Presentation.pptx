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ShopEZ Project Slide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slide deck outlines the core project defense slides and speaking script for **ShopEZ**.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1: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- **Title**: ShopEZ - AI-Enhanced Secure MERN Storefront</a:t>
            </a:r>
          </a:p>
          <a:p>
            <a:r>
              <a:t>- **Visuals**: Platform badges (MERN, Python Flask, Docker, MongoDB Atlas)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**Core Topics**:</a:t>
            </a:r>
          </a:p>
          <a:p>
            <a:r>
              <a:t>- Exposing administrative databases and APIs in MERN boilerplate repositories.</a:t>
            </a:r>
          </a:p>
          <a:p>
            <a:r>
              <a:t>- Hardcoded dashboard analytics causing static and unmaintainable storefronts.</a:t>
            </a:r>
          </a:p>
          <a:p>
            <a:r>
              <a:t>- Standard shop search engines failing to engage clients.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**Key Services**:</a:t>
            </a:r>
          </a:p>
          <a:p>
            <a:r>
              <a:t>- React Single Page Application (Client)</a:t>
            </a:r>
          </a:p>
          <a:p>
            <a:r>
              <a:t>- Node.js/Express REST API (Backend Gateway)</a:t>
            </a:r>
          </a:p>
          <a:p>
            <a:r>
              <a:t>- Python Flask Content-Similarity recommender (AI Engine)</a:t>
            </a:r>
          </a:p>
          <a:p>
            <a:r>
              <a:t>- MongoDB Atlas (Cloud database)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Security &amp; Route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**Enforcements**:</a:t>
            </a:r>
          </a:p>
          <a:p>
            <a:r>
              <a:t>- JWT tokens verify customer logins.</a:t>
            </a:r>
          </a:p>
          <a:p>
            <a:r>
              <a:t>- Mongoose-based `adminMiddleware` checks roles before executing database writes.</a:t>
            </a:r>
          </a:p>
          <a:p>
            <a:r>
              <a:t>- Route guards restrict customer browsers from accessing admin control paths.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The AI 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**Specifications**:</a:t>
            </a:r>
          </a:p>
          <a:p>
            <a:r>
              <a:t>- Vectorizes description text using TF-IDF weights.</a:t>
            </a:r>
          </a:p>
          <a:p>
            <a:r>
              <a:t>- Measures cosine angles between product vectors to return 5 recommended items.</a:t>
            </a:r>
          </a:p>
          <a:p>
            <a:r>
              <a:t>- Integrates a Node.js-native fallback engine to calculate recommendations locally if Flask is unreachable.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Automated Verification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**Coverage**:</a:t>
            </a:r>
          </a:p>
          <a:p>
            <a:r>
              <a:t>- Hashing and JWT verification logic.</a:t>
            </a:r>
          </a:p>
          <a:p>
            <a:r>
              <a:t>- Auth and Admin gate checks.</a:t>
            </a:r>
          </a:p>
          <a:p>
            <a:r>
              <a:t>- Fallback TF-IDF matrix calculations.</a:t>
            </a:r>
          </a:p>
          <a:p>
            <a:r>
              <a:t>- Input validations for card formats and UPI handles.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Deployment &amp;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**Topology**:</a:t>
            </a:r>
          </a:p>
          <a:p>
            <a:r>
              <a:t>- Frontend: Vercel / Netlify</a:t>
            </a:r>
          </a:p>
          <a:p>
            <a:r>
              <a:t>- Backend API: Render / Railway</a:t>
            </a:r>
          </a:p>
          <a:p>
            <a:r>
              <a:t>- AI Engine: Render / Railway</a:t>
            </a:r>
          </a:p>
          <a:p>
            <a:r>
              <a:t>- Database: MongoDB Atlas cloud cluster</a:t>
            </a:r>
          </a:p>
          <a:p>
            <a:r>
              <a:t>- CI workflow committed to GitHub Action runners.</a:t>
            </a:r>
          </a:p>
          <a:p>
            <a:r>
              <a:t>- **Speaker Script**: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